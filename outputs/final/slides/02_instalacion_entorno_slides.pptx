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Capitulo 02. Instalacion, Google Colab y entorno de trabajo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Economia Computacional con Python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Pregunta guia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Como preparamos un entorno de trabajo para que un analisis economico con Python pueda ejecutarse, revisarse y repetirse en otra computadora?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Resultados de aprendizaje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Diferenciar entre entorno local, entorno virtual, Conda y Google Colab.</a:t>
            </a:r>
          </a:p>
          <a:p>
            <a:pPr lvl="0"/>
            <a:r>
              <a:rPr/>
              <a:t>Crear una estructura minima de proyecto reproducible.</a:t>
            </a:r>
          </a:p>
          <a:p>
            <a:pPr lvl="0"/>
            <a:r>
              <a:rPr/>
              <a:t>Usar rutas relativas con </a:t>
            </a:r>
            <a:r>
              <a:rPr>
                <a:latin typeface="Courier"/>
              </a:rPr>
              <a:t>pathlib</a:t>
            </a:r>
            <a:r>
              <a:rPr/>
              <a:t>.</a:t>
            </a:r>
          </a:p>
          <a:p>
            <a:pPr lvl="0"/>
            <a:r>
              <a:rPr/>
              <a:t>Verificar la version de Python y librerias principales.</a:t>
            </a:r>
          </a:p>
          <a:p>
            <a:pPr lvl="0"/>
            <a:r>
              <a:rPr/>
              <a:t>Explicar por que </a:t>
            </a:r>
            <a:r>
              <a:rPr>
                <a:latin typeface="Courier"/>
              </a:rPr>
              <a:t>requirements.txt</a:t>
            </a:r>
            <a:r>
              <a:rPr/>
              <a:t> y </a:t>
            </a:r>
            <a:r>
              <a:rPr>
                <a:latin typeface="Courier"/>
              </a:rPr>
              <a:t>environment.yml</a:t>
            </a:r>
            <a:r>
              <a:rPr/>
              <a:t> documentan el entorno.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Conceptos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Python.</a:t>
            </a:r>
          </a:p>
          <a:p>
            <a:pPr lvl="0"/>
            <a:r>
              <a:rPr/>
              <a:t>Jupyter Notebook.</a:t>
            </a:r>
          </a:p>
          <a:p>
            <a:pPr lvl="0"/>
            <a:r>
              <a:rPr/>
              <a:t>Google Colab.</a:t>
            </a:r>
          </a:p>
          <a:p>
            <a:pPr lvl="0"/>
            <a:r>
              <a:rPr/>
              <a:t>Entorno virtual.</a:t>
            </a:r>
          </a:p>
          <a:p>
            <a:pPr lvl="0"/>
            <a:r>
              <a:rPr/>
              <a:t>Conda.</a:t>
            </a:r>
          </a:p>
          <a:p>
            <a:pPr lvl="0"/>
            <a:r>
              <a:rPr/>
              <a:t>Dependencias.</a:t>
            </a:r>
          </a:p>
          <a:p>
            <a:pPr lvl="0"/>
            <a:r>
              <a:rPr/>
              <a:t>Kernel.</a:t>
            </a:r>
          </a:p>
          <a:p>
            <a:pPr lvl="0"/>
            <a:r>
              <a:rPr/>
              <a:t>Ruta relativa.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Intuicion economica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 instalacion no es una pausa administrativa antes de hacer economia.</a:t>
            </a:r>
          </a:p>
          <a:p>
            <a:pPr lvl="0"/>
            <a:r>
              <a:rPr/>
              <a:t>Es el primer control de calidad del analisis empirico.</a:t>
            </a:r>
          </a:p>
          <a:p>
            <a:pPr lvl="0"/>
            <a:r>
              <a:rPr/>
              <a:t>Cuando un economista estima una tabla, construye una variable o genera una figura, esta creando evidencia.</a:t>
            </a:r>
          </a:p>
          <a:p>
            <a:pPr lvl="0"/>
            <a:r>
              <a:rPr/>
              <a:t>Esa evidencia debe poder revisarse.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Datos y trazabilidad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Este capitulo no usa datos economicos reales.</a:t>
            </a:r>
          </a:p>
          <a:p>
            <a:pPr lvl="0"/>
            <a:r>
              <a:rPr/>
              <a:t>Los datos reales empezaran en capitulos posteriores, despues de documentar la fuente y su metodologia.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Flujo en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El notebook asociado esta en: El notebook realiza cuatro tareas: 1.</a:t>
            </a:r>
          </a:p>
          <a:p>
            <a:pPr lvl="0"/>
            <a:r>
              <a:rPr/>
              <a:t>Verifica version de Python y plataforma.</a:t>
            </a:r>
          </a:p>
          <a:p>
            <a:pPr lvl="0"/>
            <a:r>
              <a:rPr/>
              <a:t>Revisa si existen carpetas y archivos clave.</a:t>
            </a:r>
          </a:p>
          <a:p>
            <a:pPr lvl="0"/>
            <a:r>
              <a:rPr/>
              <a:t>Guarda un reporte de entorno en </a:t>
            </a:r>
            <a:r>
              <a:rPr>
                <a:latin typeface="Courier"/>
              </a:rPr>
              <a:t>outputs/reports</a:t>
            </a:r>
            <a:r>
              <a:rPr/>
              <a:t>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Interpretacion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 interpretacion economica vendra despues.</a:t>
            </a:r>
          </a:p>
          <a:p>
            <a:pPr lvl="0"/>
            <a:r>
              <a:rPr/>
              <a:t>En este capitulo evaluamos la infraestructura que la hara posible.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Errores frecuentes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Instalar paquetes en un Python distinto al kernel usado por Jupyter.</a:t>
            </a:r>
          </a:p>
          <a:p>
            <a:pPr lvl="0"/>
            <a:r>
              <a:rPr/>
              <a:t>Usar rutas absolutas como </a:t>
            </a:r>
            <a:r>
              <a:rPr>
                <a:latin typeface="Courier"/>
              </a:rPr>
              <a:t>C:/Users/nombre/Desktop/...</a:t>
            </a:r>
            <a:r>
              <a:rPr/>
              <a:t>.</a:t>
            </a:r>
          </a:p>
          <a:p>
            <a:pPr lvl="0"/>
            <a:r>
              <a:rPr/>
              <a:t>Guardar outputs dentro de </a:t>
            </a:r>
            <a:r>
              <a:rPr>
                <a:latin typeface="Courier"/>
              </a:rPr>
              <a:t>data/raw</a:t>
            </a:r>
            <a:r>
              <a:rPr/>
              <a:t>.</a:t>
            </a:r>
          </a:p>
          <a:p>
            <a:pPr lvl="0"/>
            <a:r>
              <a:rPr/>
              <a:t>Ejecutar celdas en desorden y no reiniciar el kernel.</a:t>
            </a:r>
          </a:p>
          <a:p>
            <a:pPr lvl="0"/>
            <a:r>
              <a:rPr/>
              <a:t>No registrar dependencias en </a:t>
            </a:r>
            <a:r>
              <a:rPr>
                <a:latin typeface="Courier"/>
              </a:rPr>
              <a:t>requirements.txt</a:t>
            </a:r>
            <a:r>
              <a:rPr/>
              <a:t> o </a:t>
            </a:r>
            <a:r>
              <a:rPr>
                <a:latin typeface="Courier"/>
              </a:rPr>
              <a:t>environment.yml</a:t>
            </a:r>
            <a:r>
              <a:rPr/>
              <a:t>.</a:t>
            </a:r>
          </a:p>
          <a:p>
            <a:pPr lvl="0"/>
            <a:r>
              <a:rPr/>
              <a:t>Mezclar notebooks de prueba con notebooks finales.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Actividad de clase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Mini-proyecto pendiente.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Cierre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Este capitulo preparo el terreno tecnico del libro.</a:t>
            </a:r>
          </a:p>
          <a:p>
            <a:pPr lvl="0"/>
            <a:r>
              <a:rPr/>
              <a:t>Aprendimos que un proyecto reproducible necesita estructura, rutas relativas, dependencias documentadas y notebooks que puedan ejecutarse desde cero.</a:t>
            </a:r>
          </a:p>
          <a:p>
            <a:pPr lvl="0"/>
            <a:r>
              <a:rPr/>
              <a:t>La instalacion no debe verse como un obstaculo antes del analisis economico.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Capitulo 02. Instalacion, Google Colab y entorno de trabajo</dc:title>
  <dc:creator/>
  <cp:keywords/>
  <dcterms:created xsi:type="dcterms:W3CDTF">2026-05-06T06:06:56Z</dcterms:created>
  <dcterms:modified xsi:type="dcterms:W3CDTF">2026-05-06T06:06:56Z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xecute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subtitle">
    <vt:lpwstr>Economia Computacional con Python</vt:lpwstr>
  </property>
  <property fmtid="{D5CDD505-2E9C-101B-9397-08002B2CF9AE}" pid="9" name="toc-title">
    <vt:lpwstr>Tabla de contenidos</vt:lpwstr>
  </property>
</Properties>
</file>