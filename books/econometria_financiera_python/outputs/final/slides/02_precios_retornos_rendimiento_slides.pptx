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Capitulo 02. Precios, retornos y rendimiento acumulado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Econometria Financiera con Python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Por que no basta con mirar precios para comparar activos financieros y como se construyen retornos que permitan analizar desempeno y riesgo?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Explicar por que los precios no son directamente comparables entre activos.</a:t>
            </a:r>
          </a:p>
          <a:p>
            <a:pPr lvl="0"/>
            <a:r>
              <a:rPr/>
              <a:t>Calcular retornos simples y logaritmicos.</a:t>
            </a:r>
          </a:p>
          <a:p>
            <a:pPr lvl="0"/>
            <a:r>
              <a:rPr/>
              <a:t>Construir indices de rendimiento acumulado.</a:t>
            </a:r>
          </a:p>
          <a:p>
            <a:pPr lvl="0"/>
            <a:r>
              <a:rPr/>
              <a:t>Medir volatilidad anualizada a partir de retornos diarios.</a:t>
            </a:r>
          </a:p>
          <a:p>
            <a:pPr lvl="0"/>
            <a:r>
              <a:rPr/>
              <a:t>Calcular drawdown como medida de perdida desde maximos previos.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Precio.</a:t>
            </a:r>
          </a:p>
          <a:p>
            <a:pPr lvl="0"/>
            <a:r>
              <a:rPr/>
              <a:t>Retorno simple.</a:t>
            </a:r>
          </a:p>
          <a:p>
            <a:pPr lvl="0"/>
            <a:r>
              <a:rPr/>
              <a:t>Retorno logaritmico.</a:t>
            </a:r>
          </a:p>
          <a:p>
            <a:pPr lvl="0"/>
            <a:r>
              <a:rPr/>
              <a:t>Rendimiento acumulado.</a:t>
            </a:r>
          </a:p>
          <a:p>
            <a:pPr lvl="0"/>
            <a:r>
              <a:rPr/>
              <a:t>Volatilidad anualizada.</a:t>
            </a:r>
          </a:p>
          <a:p>
            <a:pPr lvl="0"/>
            <a:r>
              <a:rPr/>
              <a:t>Drawdown.</a:t>
            </a:r>
          </a:p>
          <a:p>
            <a:pPr lvl="0"/>
            <a:r>
              <a:rPr/>
              <a:t>Maximo acumulado.</a:t>
            </a:r>
          </a:p>
          <a:p>
            <a:pPr lvl="0"/>
            <a:r>
              <a:rPr/>
              <a:t>Escala.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 precio alto no implica mejor desempeno.</a:t>
            </a:r>
          </a:p>
          <a:p>
            <a:pPr lvl="0"/>
            <a:r>
              <a:rPr/>
              <a:t>Una accion puede valer 500 dolares y otra 50 dolares, pero lo relevante para el inversionista es el cambio relativo de su riqueza.</a:t>
            </a:r>
          </a:p>
          <a:p>
            <a:pPr lvl="0"/>
            <a:r>
              <a:rPr/>
              <a:t>Por eso las finanzas comparan retornos y no solo niveles de precio.</a:t>
            </a:r>
          </a:p>
          <a:p>
            <a:pPr lvl="0"/>
            <a:r>
              <a:rPr/>
              <a:t>El rendimiento acumulado responde una pregunta concreta: cuanto habria crecido una unidad monetaria invertida al inicio de la muestra.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capitulo usa precios descargados desde Yahoo Finance mediante </a:t>
            </a:r>
            <a:r>
              <a:rPr>
                <a:latin typeface="Courier"/>
              </a:rPr>
              <a:t>yfinance</a:t>
            </a:r>
            <a:r>
              <a:rPr/>
              <a:t>.</a:t>
            </a:r>
          </a:p>
          <a:p>
            <a:pPr lvl="0"/>
            <a:r>
              <a:rPr/>
              <a:t>Los tickers docentes son: El notebook guarda la descarga original en </a:t>
            </a:r>
            <a:r>
              <a:rPr>
                <a:latin typeface="Courier"/>
              </a:rPr>
              <a:t>data/raw</a:t>
            </a:r>
            <a:r>
              <a:rPr/>
              <a:t> y los datos derivados en </a:t>
            </a:r>
            <a:r>
              <a:rPr>
                <a:latin typeface="Courier"/>
              </a:rPr>
              <a:t>data/processed</a:t>
            </a:r>
            <a:r>
              <a:rPr/>
              <a:t>.</a:t>
            </a:r>
          </a:p>
          <a:p>
            <a:pPr lvl="0"/>
            <a:r>
              <a:rPr/>
              <a:t>La fecha de descarga se documenta en </a:t>
            </a:r>
            <a:r>
              <a:rPr>
                <a:latin typeface="Courier"/>
              </a:rPr>
              <a:t>outputs/reports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Graficos del capitulo</a:t>
            </a:r>
          </a:p>
        </p:txBody>
      </p:sp>
      <p:pic>
        <p:nvPicPr>
          <p:cNvPr descr="../../../../books/econometria_financiera_python/outputs/figures/chapter_02_drawdow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45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Chapter 02 Drawdown</a:t>
            </a:r>
          </a:p>
        </p:txBody>
      </p:sp>
      <p:pic>
        <p:nvPicPr>
          <p:cNvPr descr="../../../../books/econometria_financiera_python/outputs/figures/chapter_02_rendimiento_acumulado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955800" y="1193800"/>
            <a:ext cx="5245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Chapter 02 Rendimiento Acumulado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notebook asociado esta en: El flujo realiza: 1.</a:t>
            </a:r>
          </a:p>
          <a:p>
            <a:pPr lvl="0"/>
            <a:r>
              <a:rPr/>
              <a:t>guardado de precios originales descargados; 3.</a:t>
            </a:r>
          </a:p>
          <a:p>
            <a:pPr lvl="0"/>
            <a:r>
              <a:rPr/>
              <a:t>calculo de retornos simples y logaritmicos; 4.</a:t>
            </a:r>
          </a:p>
          <a:p>
            <a:pPr lvl="0"/>
            <a:r>
              <a:rPr/>
              <a:t>calculo de rendimiento acumulado; 5.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rendimiento acumulado permite comparar crecimiento relativo, pero no resume todo el riesgo.</a:t>
            </a:r>
          </a:p>
          <a:p>
            <a:pPr lvl="0"/>
            <a:r>
              <a:rPr/>
              <a:t>Un activo puede terminar con alto rendimiento y haber sufrido caidas muy profundas en el camino.</a:t>
            </a:r>
          </a:p>
          <a:p>
            <a:pPr lvl="0"/>
            <a:r>
              <a:rPr/>
              <a:t>El drawdown complementa la lectura mostrando perdidas desde maximos previos.</a:t>
            </a:r>
          </a:p>
          <a:p>
            <a:pPr lvl="0"/>
            <a:r>
              <a:rPr/>
              <a:t>Una volatilidad anualizada mayor indica mas variacion de retornos, no necesariamente peor inversion.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Comparar precios en niveles como si fueran rendimientos.</a:t>
            </a:r>
          </a:p>
          <a:p>
            <a:pPr lvl="0"/>
            <a:r>
              <a:rPr/>
              <a:t>Confundir retorno simple y logaritmico.</a:t>
            </a:r>
          </a:p>
          <a:p>
            <a:pPr lvl="0"/>
            <a:r>
              <a:rPr/>
              <a:t>Anualizar volatilidad sin explicar la frecuencia.</a:t>
            </a:r>
          </a:p>
          <a:p>
            <a:pPr lvl="0"/>
            <a:r>
              <a:rPr/>
              <a:t>Interpretar drawdown como perdida realizada para todos los inversionistas.</a:t>
            </a:r>
          </a:p>
          <a:p>
            <a:pPr lvl="0"/>
            <a:r>
              <a:rPr/>
              <a:t>Usar datos de activos con calendarios distintos sin revisar faltantes.</a:t>
            </a:r>
          </a:p>
          <a:p>
            <a:pPr lvl="0"/>
            <a:r>
              <a:rPr/>
              <a:t>Concluir que el activo con mayor rendimiento pasado es mejor para el futuro.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Compare tres activos financieros con perfiles distintos.</a:t>
            </a:r>
          </a:p>
          <a:p>
            <a:pPr lvl="0"/>
            <a:r>
              <a:rPr/>
              <a:t>Construya rendimiento acumulado, volatilidad anualizada y drawdown.</a:t>
            </a:r>
          </a:p>
          <a:p>
            <a:pPr lvl="0"/>
            <a:r>
              <a:rPr/>
              <a:t>Escriba una interpretacion breve que distinga desempeno, riesgo y limitaciones de la muestra.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Este capitulo transformo precios en variables financieras comparables: retornos, rendimiento acumulado, volatilidad y drawdown.</a:t>
            </a:r>
          </a:p>
          <a:p>
            <a:pPr lvl="0"/>
            <a:r>
              <a:rPr/>
              <a:t>La leccion central es que el desempeno financiero debe leerse junto con el riesgo y con advertencias claras sobre muestra, fuente y horizonte.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02. Precios, retornos y rendimiento acumulado</dc:title>
  <dc:creator/>
  <cp:keywords/>
  <dcterms:created xsi:type="dcterms:W3CDTF">2026-05-06T06:45:24Z</dcterms:created>
  <dcterms:modified xsi:type="dcterms:W3CDTF">2026-05-06T06:45:24Z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Econometria Financiera con Python</vt:lpwstr>
  </property>
  <property fmtid="{D5CDD505-2E9C-101B-9397-08002B2CF9AE}" pid="9" name="toc-title">
    <vt:lpwstr>Tabla de contenidos</vt:lpwstr>
  </property>
</Properties>
</file>