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Capitulo 01. Datos financieros con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Econometria Financiera con Python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Como podemos descargar precios financieros desde internet y convertirlos en una base reproducible para analizar retornos, riesgo y volatilidad?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Descargar precios financieros desde internet usando </a:t>
            </a:r>
            <a:r>
              <a:rPr>
                <a:latin typeface="Courier"/>
              </a:rPr>
              <a:t>yfinance</a:t>
            </a:r>
            <a:r>
              <a:rPr/>
              <a:t>.</a:t>
            </a:r>
          </a:p>
          <a:p>
            <a:pPr lvl="0"/>
            <a:r>
              <a:rPr/>
              <a:t>Documentar fuente, tickers, periodo y fecha de descarga.</a:t>
            </a:r>
          </a:p>
          <a:p>
            <a:pPr lvl="0"/>
            <a:r>
              <a:rPr/>
              <a:t>Diferenciar precios de cierre y precios ajustados.</a:t>
            </a:r>
          </a:p>
          <a:p>
            <a:pPr lvl="0"/>
            <a:r>
              <a:rPr/>
              <a:t>Calcular retornos simples y logaritmicos.</a:t>
            </a:r>
          </a:p>
          <a:p>
            <a:pPr lvl="0"/>
            <a:r>
              <a:rPr/>
              <a:t>Exportar datos procesados, tablas y figuras a carpetas del proyecto.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Ticker.</a:t>
            </a:r>
          </a:p>
          <a:p>
            <a:pPr lvl="0"/>
            <a:r>
              <a:rPr/>
              <a:t>Precio de cierre.</a:t>
            </a:r>
          </a:p>
          <a:p>
            <a:pPr lvl="0"/>
            <a:r>
              <a:rPr/>
              <a:t>Precio ajustado.</a:t>
            </a:r>
          </a:p>
          <a:p>
            <a:pPr lvl="0"/>
            <a:r>
              <a:rPr/>
              <a:t>Retorno simple.</a:t>
            </a:r>
          </a:p>
          <a:p>
            <a:pPr lvl="0"/>
            <a:r>
              <a:rPr/>
              <a:t>Retorno logaritmico.</a:t>
            </a:r>
          </a:p>
          <a:p>
            <a:pPr lvl="0"/>
            <a:r>
              <a:rPr/>
              <a:t>Rendimiento acumulado.</a:t>
            </a:r>
          </a:p>
          <a:p>
            <a:pPr lvl="0"/>
            <a:r>
              <a:rPr/>
              <a:t>Volatilidad.</a:t>
            </a:r>
          </a:p>
          <a:p>
            <a:pPr lvl="0"/>
            <a:r>
              <a:rPr/>
              <a:t>Frecuencia de datos.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 precio financiero resume informacion de mercado en un momento dado.</a:t>
            </a:r>
          </a:p>
          <a:p>
            <a:pPr lvl="0"/>
            <a:r>
              <a:rPr/>
              <a:t>Pero los modelos financieros rara vez trabajan directamente con precios, porque los precios suelen ser no estacionarios y dependen de escalas diferentes.</a:t>
            </a:r>
          </a:p>
          <a:p>
            <a:pPr lvl="0"/>
            <a:r>
              <a:rPr/>
              <a:t>Por eso se transforman en retornos.</a:t>
            </a:r>
          </a:p>
          <a:p>
            <a:pPr lvl="0"/>
            <a:r>
              <a:rPr/>
              <a:t>El retorno permite comparar activos de distinto precio inicial.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Este capitulo usa </a:t>
            </a:r>
            <a:r>
              <a:rPr>
                <a:latin typeface="Courier"/>
              </a:rPr>
              <a:t>yfinance</a:t>
            </a:r>
            <a:r>
              <a:rPr/>
              <a:t> para descargar precios desde Yahoo Finance.</a:t>
            </a:r>
          </a:p>
          <a:p>
            <a:pPr lvl="0"/>
            <a:r>
              <a:rPr/>
              <a:t>Es una fuente practica para docencia y prototipos, pero debe documentarse con cautela.</a:t>
            </a:r>
          </a:p>
          <a:p>
            <a:pPr lvl="0"/>
            <a:r>
              <a:rPr/>
              <a:t>El notebook inicial usa estos tickers: La fuente, fecha de descarga, periodo y variables se registran en outputs del capitulo.</a:t>
            </a:r>
          </a:p>
          <a:p>
            <a:pPr lvl="0"/>
            <a:r>
              <a:rPr/>
              <a:t>Los datos derivados se guardan en </a:t>
            </a:r>
            <a:r>
              <a:rPr>
                <a:latin typeface="Courier"/>
              </a:rPr>
              <a:t>data/processed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Graficos del capitulo</a:t>
            </a:r>
          </a:p>
        </p:txBody>
      </p:sp>
      <p:pic>
        <p:nvPicPr>
          <p:cNvPr descr="../../../../books/econometria_financiera_python/outputs/figures/chapter_01_rendimiento_acumulad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45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Chapter 01 Rendimiento Acumulado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notebook asociado esta en: El flujo realiza: 1.</a:t>
            </a:r>
          </a:p>
          <a:p>
            <a:pPr lvl="0"/>
            <a:r>
              <a:rPr/>
              <a:t>seleccion de precio ajustado cuando esta disponible; 3.</a:t>
            </a:r>
          </a:p>
          <a:p>
            <a:pPr lvl="0"/>
            <a:r>
              <a:rPr/>
              <a:t>calculo de retornos logaritmicos; 4.</a:t>
            </a:r>
          </a:p>
          <a:p>
            <a:pPr lvl="0"/>
            <a:r>
              <a:rPr/>
              <a:t>figura de rendimiento acumulado; 6.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Una mayor volatilidad diaria no implica que un activo sea “mejor” o “peor”.</a:t>
            </a:r>
          </a:p>
          <a:p>
            <a:pPr lvl="0"/>
            <a:r>
              <a:rPr/>
              <a:t>Un retorno acumulado alto en la muestra tampoco prueba habilidad predictiva.</a:t>
            </a:r>
          </a:p>
          <a:p>
            <a:pPr lvl="0"/>
            <a:r>
              <a:rPr/>
              <a:t>En este capitulo solo se describe el comportamiento observado de activos concretos en un periodo descargado.</a:t>
            </a:r>
          </a:p>
          <a:p>
            <a:pPr lvl="0"/>
            <a:r>
              <a:rPr/>
              <a:t>Las afirmaciones sobre eficiencia de mercado, primas de riesgo o prediccion requieren capitulos posteriores y pruebas especificas.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Confundir precio con retorno.</a:t>
            </a:r>
          </a:p>
          <a:p>
            <a:pPr lvl="0"/>
            <a:r>
              <a:rPr/>
              <a:t>Comparar precios de activos con escalas distintas.</a:t>
            </a:r>
          </a:p>
          <a:p>
            <a:pPr lvl="0"/>
            <a:r>
              <a:rPr/>
              <a:t>Usar cierre no ajustado sin revisar dividendos o splits.</a:t>
            </a:r>
          </a:p>
          <a:p>
            <a:pPr lvl="0"/>
            <a:r>
              <a:rPr/>
              <a:t>Mezclar frecuencias sin documentarlo.</a:t>
            </a:r>
          </a:p>
          <a:p>
            <a:pPr lvl="0"/>
            <a:r>
              <a:rPr/>
              <a:t>Omitir fecha de descarga.</a:t>
            </a:r>
          </a:p>
          <a:p>
            <a:pPr lvl="0"/>
            <a:r>
              <a:rPr/>
              <a:t>Tratar </a:t>
            </a:r>
            <a:r>
              <a:rPr>
                <a:latin typeface="Courier"/>
              </a:rPr>
              <a:t>yfinance</a:t>
            </a:r>
            <a:r>
              <a:rPr/>
              <a:t> como fuente oficial para publicacion formal.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Mini-proyecto pendiente.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primer paso de la econometria financiera es construir datos confiables.</a:t>
            </a:r>
          </a:p>
          <a:p>
            <a:pPr lvl="0"/>
            <a:r>
              <a:rPr/>
              <a:t>Este capitulo mostro como pasar de precios descargados desde internet a retornos analizables, manteniendo trazabilidad, salidas reproducibles y prudencia interpretativa.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01. Datos financieros con Python</dc:title>
  <dc:creator/>
  <cp:keywords/>
  <dcterms:created xsi:type="dcterms:W3CDTF">2026-05-06T06:45:16Z</dcterms:created>
  <dcterms:modified xsi:type="dcterms:W3CDTF">2026-05-06T06:45:16Z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Econometria Financiera con Python</vt:lpwstr>
  </property>
  <property fmtid="{D5CDD505-2E9C-101B-9397-08002B2CF9AE}" pid="9" name="toc-title">
    <vt:lpwstr>Tabla de contenidos</vt:lpwstr>
  </property>
</Properties>
</file>