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Capitulo 01. Que es la economia computacional?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Economia Computacional con Python</a:t>
            </a:r>
            <a:br/>
            <a:br/>
            <a:r>
              <a:rPr/>
              <a:t>Serie Econolab Computacional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Como puede un economista pasar de una pregunta sobre la realidad a un analisis reproducible con datos, codigo e interpretacion economica?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Explicar que es la economia computacional y como se diferencia de usar codigo solo para automatizar tareas.</a:t>
            </a:r>
          </a:p>
          <a:p>
            <a:pPr lvl="0"/>
            <a:r>
              <a:rPr/>
              <a:t>Traducir una pregunta economica inicial en variables, fuentes de datos y productos reproducibles.</a:t>
            </a:r>
          </a:p>
          <a:p>
            <a:pPr lvl="0"/>
            <a:r>
              <a:rPr/>
              <a:t>Reconocer la estructura minima de un proyecto reproducible con Python.</a:t>
            </a:r>
          </a:p>
          <a:p>
            <a:pPr lvl="0"/>
            <a:r>
              <a:rPr/>
              <a:t>Distinguir entre descripcion, prediccion e inferencia causal.</a:t>
            </a:r>
          </a:p>
          <a:p>
            <a:pPr lvl="0"/>
            <a:r>
              <a:rPr/>
              <a:t>Documentar una fuente de datos economicos sin modificar archivos originales.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Pregunta economica.</a:t>
            </a:r>
          </a:p>
          <a:p>
            <a:pPr lvl="0"/>
            <a:r>
              <a:rPr/>
              <a:t>Unidad de observacion.</a:t>
            </a:r>
          </a:p>
          <a:p>
            <a:pPr lvl="0"/>
            <a:r>
              <a:rPr/>
              <a:t>Variable.</a:t>
            </a:r>
          </a:p>
          <a:p>
            <a:pPr lvl="0"/>
            <a:r>
              <a:rPr/>
              <a:t>Fuente de datos.</a:t>
            </a:r>
          </a:p>
          <a:p>
            <a:pPr lvl="0"/>
            <a:r>
              <a:rPr/>
              <a:t>Dato crudo.</a:t>
            </a:r>
          </a:p>
          <a:p>
            <a:pPr lvl="0"/>
            <a:r>
              <a:rPr/>
              <a:t>Dato procesado.</a:t>
            </a:r>
          </a:p>
          <a:p>
            <a:pPr lvl="0"/>
            <a:r>
              <a:rPr/>
              <a:t>Notebook reproducible.</a:t>
            </a:r>
          </a:p>
          <a:p>
            <a:pPr lvl="0"/>
            <a:r>
              <a:rPr/>
              <a:t>Interpretacion economica.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economia computacional no es una rama donde el codigo reemplaza a la teoria.</a:t>
            </a:r>
          </a:p>
          <a:p>
            <a:pPr lvl="0"/>
            <a:r>
              <a:rPr/>
              <a:t>Es una forma de organizar el trabajo empirico para que las preguntas economicas puedan analizarse con datos, metodos transparentes y resultados verificables.</a:t>
            </a:r>
          </a:p>
          <a:p>
            <a:pPr lvl="0"/>
            <a:r>
              <a:rPr/>
              <a:t>Por ejemplo, la pregunta “que pasa con los ingresos?” es demasiado amplia.</a:t>
            </a:r>
          </a:p>
          <a:p>
            <a:pPr lvl="0"/>
            <a:r>
              <a:rPr/>
              <a:t>Una version mas trabajable seria: “como difieren los ingresos laborales promedio entre trabajadores con distinto nivel educativo en una encuesta de hogares?”.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 este capitulo no se descarga una base real.</a:t>
            </a:r>
          </a:p>
          <a:p>
            <a:pPr lvl="0"/>
            <a:r>
              <a:rPr/>
              <a:t>El objetivo es aprender a documentar una fuente antes de usarla.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Crear rutas relativas con </a:t>
            </a:r>
            <a:r>
              <a:rPr>
                <a:latin typeface="Courier"/>
              </a:rPr>
              <a:t>pathlib</a:t>
            </a:r>
            <a:r>
              <a:rPr/>
              <a:t>.</a:t>
            </a:r>
          </a:p>
          <a:p>
            <a:pPr lvl="0"/>
            <a:r>
              <a:rPr/>
              <a:t>Construir una ficha de fuente de datos como tabla.</a:t>
            </a:r>
          </a:p>
          <a:p>
            <a:pPr lvl="0"/>
            <a:r>
              <a:rPr/>
              <a:t>Guardar un inventario inicial en </a:t>
            </a:r>
            <a:r>
              <a:rPr>
                <a:latin typeface="Courier"/>
              </a:rPr>
              <a:t>outputs/tables</a:t>
            </a:r>
            <a:r>
              <a:rPr/>
              <a:t>. Un bloque minimo del flujo es: from pathlib import Path PROJECT_ROOT = Path.cwd().parents[1] DATA_RAW = PROJECT_ROOT / “data” / “raw” DATA_PROCESSED = PROJECT_ROOT / “data” / “processed” OUTPUTS = PROJECT_ROOT / “outputs” La idea central es que el codigo pueda ejecutarse en otra computadora sin reescribir rutas personales.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 este punto no hay resultados empiricos para interpretar.</a:t>
            </a:r>
          </a:p>
          <a:p>
            <a:pPr lvl="0"/>
            <a:r>
              <a:rPr/>
              <a:t>Lo que si podemos interpretar es la calidad de la pregunta: - Si la pregunta no identifica variables observables, todavia no esta lista para un notebook.</a:t>
            </a:r>
          </a:p>
          <a:p>
            <a:pPr lvl="0"/>
            <a:r>
              <a:rPr/>
              <a:t>Si la fuente no documenta metodologia, el analisis tendra limites fuertes.</a:t>
            </a:r>
          </a:p>
          <a:p>
            <a:pPr lvl="0"/>
            <a:r>
              <a:rPr/>
              <a:t>Si la comparacion es descriptiva, no debe presentarse como causal.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Empezar por el codigo antes de formular la pregunta economica.</a:t>
            </a:r>
          </a:p>
          <a:p>
            <a:pPr lvl="0"/>
            <a:r>
              <a:rPr/>
              <a:t>Descargar datos sin revisar metodologia, periodo o unidad de observacion.</a:t>
            </a:r>
          </a:p>
          <a:p>
            <a:pPr lvl="0"/>
            <a:r>
              <a:rPr/>
              <a:t>Modificar archivos originales en </a:t>
            </a:r>
            <a:r>
              <a:rPr>
                <a:latin typeface="Courier"/>
              </a:rPr>
              <a:t>data/raw</a:t>
            </a:r>
            <a:r>
              <a:rPr/>
              <a:t>.</a:t>
            </a:r>
          </a:p>
          <a:p>
            <a:pPr lvl="0"/>
            <a:r>
              <a:rPr/>
              <a:t>Usar rutas absolutas como </a:t>
            </a:r>
            <a:r>
              <a:rPr>
                <a:latin typeface="Courier"/>
              </a:rPr>
              <a:t>C:/Users/...</a:t>
            </a:r>
            <a:r>
              <a:rPr/>
              <a:t>.</a:t>
            </a:r>
          </a:p>
          <a:p>
            <a:pPr lvl="0"/>
            <a:r>
              <a:rPr/>
              <a:t>Presentar correlaciones como si fueran efectos causales.</a:t>
            </a:r>
          </a:p>
          <a:p>
            <a:pPr lvl="0"/>
            <a:r>
              <a:rPr/>
              <a:t>Incluir graficos sin fuente, titulo o interpretacion.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mini-proyecto consiste en documentar una fuente de datos economicos real sin descargarla todavia.</a:t>
            </a:r>
          </a:p>
          <a:p>
            <a:pPr lvl="0"/>
            <a:r>
              <a:rPr/>
              <a:t>Busca una decision metodologica defendible.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economia computacional es una practica de investigacion y docencia que une preguntas economicas, datos, codigo reproducible e interpretacion.</a:t>
            </a:r>
          </a:p>
          <a:p>
            <a:pPr lvl="0"/>
            <a:r>
              <a:rPr/>
              <a:t>Su valor no esta en ejecutar herramientas sofisticadas, sino en hacer explicito el camino entre una pregunta y una conclusion.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01. Que es la economia computacional?</dc:title>
  <dc:creator>Serie Econolab Computacional</dc:creator>
  <cp:keywords/>
  <dcterms:created xsi:type="dcterms:W3CDTF">2026-05-07T19:18:25Z</dcterms:created>
  <dcterms:modified xsi:type="dcterms:W3CDTF">2026-05-07T19:18:25Z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Economia Computacional con Python</vt:lpwstr>
  </property>
  <property fmtid="{D5CDD505-2E9C-101B-9397-08002B2CF9AE}" pid="11" name="toc-title">
    <vt:lpwstr>Tabla de contenidos</vt:lpwstr>
  </property>
</Properties>
</file>