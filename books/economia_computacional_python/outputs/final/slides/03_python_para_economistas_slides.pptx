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03. Python básico para economistas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Economía Computacional con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¿Cómo puede un economista usar Python para convertir observaciones económicas simples en variables, indicadores, tablas, gráficos y argumentos reproducibles?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Crear variables, listas y diccionarios para representar información económica simple.</a:t>
            </a:r>
          </a:p>
          <a:p>
            <a:pPr lvl="0"/>
            <a:r>
              <a:rPr/>
              <a:t>Diferenciar tipos de datos comunes en Python: números, cadenas, booleanos y colecciones.</a:t>
            </a:r>
          </a:p>
          <a:p>
            <a:pPr lvl="0"/>
            <a:r>
              <a:rPr/>
              <a:t>Escribir funciones pequeñas para calcular indicadores económicos.</a:t>
            </a:r>
          </a:p>
          <a:p>
            <a:pPr lvl="0"/>
            <a:r>
              <a:rPr/>
              <a:t>Usar condicionales y bucles para clasificar observaciones.</a:t>
            </a:r>
          </a:p>
          <a:p>
            <a:pPr lvl="0"/>
            <a:r>
              <a:rPr/>
              <a:t>Exportar tablas, figuras y reportes usando rutas relativas.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Variable.</a:t>
            </a:r>
          </a:p>
          <a:p>
            <a:pPr lvl="0"/>
            <a:r>
              <a:rPr/>
              <a:t>Tipo de dato.</a:t>
            </a:r>
          </a:p>
          <a:p>
            <a:pPr lvl="0"/>
            <a:r>
              <a:rPr/>
              <a:t>Lista.</a:t>
            </a:r>
          </a:p>
          <a:p>
            <a:pPr lvl="0"/>
            <a:r>
              <a:rPr/>
              <a:t>Diccionario.</a:t>
            </a:r>
          </a:p>
          <a:p>
            <a:pPr lvl="0"/>
            <a:r>
              <a:rPr/>
              <a:t>Función.</a:t>
            </a:r>
          </a:p>
          <a:p>
            <a:pPr lvl="0"/>
            <a:r>
              <a:rPr/>
              <a:t>Bucle.</a:t>
            </a:r>
          </a:p>
          <a:p>
            <a:pPr lvl="0"/>
            <a:r>
              <a:rPr/>
              <a:t>Condicional.</a:t>
            </a:r>
          </a:p>
          <a:p>
            <a:pPr lvl="0"/>
            <a:r>
              <a:rPr/>
              <a:t>Ingreso per cápita.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Muchos problemas económicos comienzan con una operación sencilla: dividir, comparar, agrupar o clasificar.</a:t>
            </a:r>
          </a:p>
          <a:p>
            <a:pPr lvl="0"/>
            <a:r>
              <a:rPr/>
              <a:t>Por ejemplo, el ingreso total de un hogar no se interpreta igual si vive una persona que si viven cinco.</a:t>
            </a:r>
          </a:p>
          <a:p>
            <a:pPr lvl="0"/>
            <a:r>
              <a:rPr/>
              <a:t>Una transformación simple como el ingreso per cápita cambia la escala de análisis y permite una comparación más razonable.</a:t>
            </a:r>
          </a:p>
          <a:p>
            <a:pPr lvl="0"/>
            <a:r>
              <a:rPr/>
              <a:t>Python ayuda a expresar esas operaciones de forma explícita.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del capítulo usa una base simulada de hogares.</a:t>
            </a:r>
          </a:p>
          <a:p>
            <a:pPr lvl="0"/>
            <a:r>
              <a:rPr/>
              <a:t>La base contiene identificador del hogar, ingreso mensual, miembros del hogar, horas trabajadas y zona ficticia.</a:t>
            </a:r>
          </a:p>
          <a:p>
            <a:pPr lvl="0"/>
            <a:r>
              <a:rPr/>
              <a:t>Estas variables permiten practicar cálculo de indicadores sin afirmar resultados sobre una población real.</a:t>
            </a:r>
          </a:p>
          <a:p>
            <a:pPr lvl="0"/>
            <a:r>
              <a:rPr/>
              <a:t>Los datos son creados dentro del notebook.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Graficos del capitulo</a:t>
            </a:r>
          </a:p>
        </p:txBody>
      </p:sp>
      <p:pic>
        <p:nvPicPr>
          <p:cNvPr descr="../../../outputs/figures/chapter_03_ingreso_per_capita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26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03 Ingreso Per Capita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variables y tipos de datos;</a:t>
            </a:r>
          </a:p>
          <a:p>
            <a:pPr lvl="0"/>
            <a:r>
              <a:rPr/>
              <a:t>crea una lista de diccionarios con hogares simulados;</a:t>
            </a:r>
          </a:p>
          <a:p>
            <a:pPr lvl="0"/>
            <a:r>
              <a:rPr/>
              <a:t>implementa funciones para calcular ingreso per cápita e ingreso por hora;</a:t>
            </a:r>
          </a:p>
          <a:p>
            <a:pPr lvl="0"/>
            <a:r>
              <a:rPr/>
              <a:t>clasifica hogares con una regla condicional didáctica;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ingreso per cápita permite aproximar la capacidad económica individual dentro de un hogar, pero no resume por completo bienestar, pobreza ni vulnerabilidad.</a:t>
            </a:r>
          </a:p>
          <a:p>
            <a:pPr lvl="0"/>
            <a:r>
              <a:rPr/>
              <a:t>También importan precios locales, acceso a servicios, composición del hogar, activos, deudas, transferencias y condiciones territoriales.</a:t>
            </a:r>
          </a:p>
          <a:p>
            <a:pPr lvl="0"/>
            <a:r>
              <a:rPr/>
              <a:t>En este capítulo la interpretación correcta es técnica y pedagógica: aprendimos a representar datos, construir variables y guardar resultados.</a:t>
            </a:r>
          </a:p>
          <a:p>
            <a:pPr lvl="0"/>
            <a:r>
              <a:rPr/>
              <a:t>No aprendimos una verdad empírica sobre hogares reales.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Creer que una variable en Python es igual a una variable económica bien definida.</a:t>
            </a:r>
          </a:p>
          <a:p>
            <a:pPr lvl="0"/>
            <a:r>
              <a:rPr/>
              <a:t>Usar nombres poco claros como </a:t>
            </a:r>
            <a:r>
              <a:rPr>
                <a:latin typeface="Courier"/>
              </a:rPr>
              <a:t>x</a:t>
            </a:r>
            <a:r>
              <a:rPr/>
              <a:t>, </a:t>
            </a:r>
            <a:r>
              <a:rPr>
                <a:latin typeface="Courier"/>
              </a:rPr>
              <a:t>y</a:t>
            </a:r>
            <a:r>
              <a:rPr/>
              <a:t> o </a:t>
            </a:r>
            <a:r>
              <a:rPr>
                <a:latin typeface="Courier"/>
              </a:rPr>
              <a:t>dato1</a:t>
            </a:r>
            <a:r>
              <a:rPr/>
              <a:t>.</a:t>
            </a:r>
          </a:p>
          <a:p>
            <a:pPr lvl="0"/>
            <a:r>
              <a:rPr/>
              <a:t>Dividir por cero al calcular indicadores por persona u hora.</a:t>
            </a:r>
          </a:p>
          <a:p>
            <a:pPr lvl="0"/>
            <a:r>
              <a:rPr/>
              <a:t>Escribir la misma operación muchas veces en vez de crear una función.</a:t>
            </a:r>
          </a:p>
          <a:p>
            <a:pPr lvl="0"/>
            <a:r>
              <a:rPr/>
              <a:t>Mezclar datos simulados con datos oficiales.</a:t>
            </a:r>
          </a:p>
          <a:p>
            <a:pPr lvl="0"/>
            <a:r>
              <a:rPr/>
              <a:t>Guardar derivados en </a:t>
            </a:r>
            <a:r>
              <a:rPr>
                <a:latin typeface="Courier"/>
              </a:rPr>
              <a:t>data/raw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Cree una base simulada de diez hogares o estudiantes.</a:t>
            </a:r>
          </a:p>
          <a:p>
            <a:pPr lvl="0"/>
            <a:r>
              <a:rPr/>
              <a:t>Defina al menos tres variables, construya un indicador derivado, clasifique observaciones con una regla explícita y exporte una tabla.</a:t>
            </a:r>
          </a:p>
          <a:p>
            <a:pPr lvl="0"/>
            <a:r>
              <a:rPr/>
              <a:t>Incluya una nota metodológica que declare que los datos son simulados.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capítulo introdujo Python como lenguaje para representar información económica básica y convertir reglas de cálculo en resultados reproducibles.</a:t>
            </a:r>
          </a:p>
          <a:p>
            <a:pPr lvl="0"/>
            <a:r>
              <a:rPr/>
              <a:t>Trabajamos con variables, listas, diccionarios, funciones, bucles y condicionales.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03. Python básico para economistas</dc:title>
  <dc:creator/>
  <cp:keywords/>
  <dcterms:created xsi:type="dcterms:W3CDTF">2026-05-06T17:30:59Z</dcterms:created>
  <dcterms:modified xsi:type="dcterms:W3CDTF">2026-05-06T17:30:59Z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Economía Computacional con Python</vt:lpwstr>
  </property>
  <property fmtid="{D5CDD505-2E9C-101B-9397-08002B2CF9AE}" pid="9" name="toc-title">
    <vt:lpwstr>Tabla de contenidos</vt:lpwstr>
  </property>
</Properties>
</file>