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Capítulo 01. Del relato macroeconómico al modelo computacional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Macroeconomía Computacional con Python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Pregunta guia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¿Cómo pasamos de una intuición macroeconómica, por ejemplo “un aumento del gasto público eleva la producción en el corto plazo”, a un modelo computacional que explicite supuestos, parámetros, resultados y límites?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Resultados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Distinguir relato economico, modelo teorico, simulacion y evidencia empirica.</a:t>
            </a:r>
          </a:p>
          <a:p>
            <a:pPr lvl="0"/>
            <a:r>
              <a:rPr/>
              <a:t>Representar un modelo simple de demanda agregada en Python.</a:t>
            </a:r>
          </a:p>
          <a:p>
            <a:pPr lvl="0"/>
            <a:r>
              <a:rPr/>
              <a:t>Simular escenarios macroeconomicos con parametros documentados.</a:t>
            </a:r>
          </a:p>
          <a:p>
            <a:pPr lvl="0"/>
            <a:r>
              <a:rPr/>
              <a:t>Exportar datos simulados, tablas y figuras usando rutas relativas.</a:t>
            </a:r>
          </a:p>
          <a:p>
            <a:pPr lvl="0"/>
            <a:r>
              <a:rPr/>
              <a:t>Interpretar multiplicadores como resultados condicionados a supuestos.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Conceptos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Variable endogena.</a:t>
            </a:r>
          </a:p>
          <a:p>
            <a:pPr lvl="0"/>
            <a:r>
              <a:rPr/>
              <a:t>Variable exogena.</a:t>
            </a:r>
          </a:p>
          <a:p>
            <a:pPr lvl="0"/>
            <a:r>
              <a:rPr/>
              <a:t>Parametro.</a:t>
            </a:r>
          </a:p>
          <a:p>
            <a:pPr lvl="0"/>
            <a:r>
              <a:rPr/>
              <a:t>Escenario base.</a:t>
            </a:r>
          </a:p>
          <a:p>
            <a:pPr lvl="0"/>
            <a:r>
              <a:rPr/>
              <a:t>Shock.</a:t>
            </a:r>
          </a:p>
          <a:p>
            <a:pPr lvl="0"/>
            <a:r>
              <a:rPr/>
              <a:t>Multiplicador.</a:t>
            </a:r>
          </a:p>
          <a:p>
            <a:pPr lvl="0"/>
            <a:r>
              <a:rPr/>
              <a:t>Ingreso disponible.</a:t>
            </a:r>
          </a:p>
          <a:p>
            <a:pPr lvl="0"/>
            <a:r>
              <a:rPr/>
              <a:t>Propension marginal a consumir.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Intuicion economica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 relato macroeconomico organiza una intuicion: si aumenta la demanda agregada, las empresas pueden producir mas mientras exista capacidad ociosa.</a:t>
            </a:r>
          </a:p>
          <a:p>
            <a:pPr lvl="0"/>
            <a:r>
              <a:rPr/>
              <a:t>La simulacion no prueba que una politica funcione en el mundo real.</a:t>
            </a:r>
          </a:p>
          <a:p>
            <a:pPr lvl="0"/>
            <a:r>
              <a:rPr/>
              <a:t>Sirve para preguntar que se seguiria logicamente de un conjunto de supuestos.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Datos y trazabilidad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capitulo usa datos simulados generados por el notebook: No se modifica </a:t>
            </a:r>
            <a:r>
              <a:rPr>
                <a:latin typeface="Courier"/>
              </a:rPr>
              <a:t>data/raw</a:t>
            </a:r>
            <a:r>
              <a:rPr/>
              <a:t>.</a:t>
            </a:r>
          </a:p>
          <a:p>
            <a:pPr lvl="0"/>
            <a:r>
              <a:rPr/>
              <a:t>Los datos derivados se guardan en: Cada fila representa un periodo simulado y un escenario.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Graficos del capitulo</a:t>
            </a:r>
          </a:p>
        </p:txBody>
      </p:sp>
      <p:pic>
        <p:nvPicPr>
          <p:cNvPr descr="../../../../books/macroeconomia_computacional_python/outputs/figures/chapter_01_trayectorias_producto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20900" y="1193800"/>
            <a:ext cx="4914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Chapter 01 Trayectorias Producto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Flujo en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declarar parametros pedagogicos del modelo;</a:t>
            </a:r>
          </a:p>
          <a:p>
            <a:pPr lvl="0"/>
            <a:r>
              <a:rPr/>
              <a:t>calcular el equilibrio estatico del escenario base;</a:t>
            </a:r>
          </a:p>
          <a:p>
            <a:pPr lvl="0"/>
            <a:r>
              <a:rPr/>
              <a:t>construir escenarios con distinto gasto publico y distinta apertura externa;</a:t>
            </a:r>
          </a:p>
          <a:p>
            <a:pPr lvl="0"/>
            <a:r>
              <a:rPr/>
              <a:t>simular ajuste dinamico gradual hacia el equilibrio;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Interpretacion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multiplicador no es una constante universal.</a:t>
            </a:r>
          </a:p>
          <a:p>
            <a:pPr lvl="0"/>
            <a:r>
              <a:rPr/>
              <a:t>Depende de la propension marginal a consumir, la tasa impositiva, la propension marginal a importar, la capacidad de respuesta de la oferta y las expectativas.</a:t>
            </a:r>
          </a:p>
          <a:p>
            <a:pPr lvl="0"/>
            <a:r>
              <a:rPr/>
              <a:t>En este capitulo mantuvimos muchos elementos fuera del modelo para que la estructura inicial sea comprensible.</a:t>
            </a:r>
          </a:p>
          <a:p>
            <a:pPr lvl="0"/>
            <a:r>
              <a:rPr/>
              <a:t>Tampoco podemos afirmar que una política fiscal concreta tendrá el mismo efecto en una economía real.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Errores frecuentes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Tratar una simulacion como si fuera evidencia empirica.</a:t>
            </a:r>
          </a:p>
          <a:p>
            <a:pPr lvl="0"/>
            <a:r>
              <a:rPr/>
              <a:t>Llamar causal a un resultado que solo proviene de ecuaciones supuestas.</a:t>
            </a:r>
          </a:p>
          <a:p>
            <a:pPr lvl="0"/>
            <a:r>
              <a:rPr/>
              <a:t>Cambiar parametros sin documentar el motivo.</a:t>
            </a:r>
          </a:p>
          <a:p>
            <a:pPr lvl="0"/>
            <a:r>
              <a:rPr/>
              <a:t>Mezclar datos simulados con datos observados en el mismo archivo.</a:t>
            </a:r>
          </a:p>
          <a:p>
            <a:pPr lvl="0"/>
            <a:r>
              <a:rPr/>
              <a:t>Guardar datos procesados en </a:t>
            </a:r>
            <a:r>
              <a:rPr>
                <a:latin typeface="Courier"/>
              </a:rPr>
              <a:t>data/raw</a:t>
            </a:r>
            <a:r>
              <a:rPr/>
              <a:t>.</a:t>
            </a:r>
          </a:p>
          <a:p>
            <a:pPr lvl="0"/>
            <a:r>
              <a:rPr/>
              <a:t>Interpretar el multiplicador sin mencionar impuestos, importaciones y capacidad ociosa.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Actividad de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Construya tres escenarios fiscales alternativos.</a:t>
            </a:r>
          </a:p>
          <a:p>
            <a:pPr lvl="0"/>
            <a:r>
              <a:rPr/>
              <a:t>En cada uno cambie un solo parametro central: gasto publico, propension a consumir o propension a importar.</a:t>
            </a:r>
          </a:p>
          <a:p>
            <a:pPr lvl="0"/>
            <a:r>
              <a:rPr/>
              <a:t>Escriba una interpretacion de maximo una pagina que explique que cambia, por que cambia y que no puede concluirse.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macroeconomía computacional empieza al convertir una pregunta agregada en un objeto reproducible.</a:t>
            </a:r>
          </a:p>
          <a:p>
            <a:pPr lvl="0"/>
            <a:r>
              <a:rPr/>
              <a:t>Un modelo simple de demanda agregada permite ver como los supuestos determinan los resultados.</a:t>
            </a:r>
          </a:p>
          <a:p>
            <a:pPr lvl="0"/>
            <a:r>
              <a:rPr/>
              <a:t>Python ayuda a documentar, simular, comparar y comunicar, pero no elimina la responsabilidad económica de interpretar con cautela.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01. Del relato macroeconómico al modelo computacional</dc:title>
  <dc:creator/>
  <cp:keywords/>
  <dcterms:created xsi:type="dcterms:W3CDTF">2026-05-06T19:41:42Z</dcterms:created>
  <dcterms:modified xsi:type="dcterms:W3CDTF">2026-05-06T19:41:42Z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Macroeconomía Computacional con Python</vt:lpwstr>
  </property>
  <property fmtid="{D5CDD505-2E9C-101B-9397-08002B2CF9AE}" pid="9" name="toc-title">
    <vt:lpwstr>Tabla de contenidos</vt:lpwstr>
  </property>
</Properties>
</file>