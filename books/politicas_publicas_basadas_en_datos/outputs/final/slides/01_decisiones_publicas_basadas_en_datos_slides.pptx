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01. Decisiones públicas basadas en datos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Políticas Públicas Basadas en Datos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 significa tomar una decision publica basada en datos sin reducir la politica publica a un tablero, una correlacion o un modelo predictivo?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Definir una politica publica basada en datos con criterios institucionales y</a:t>
            </a:r>
          </a:p>
          <a:p>
            <a:pPr lvl="0"/>
            <a:r>
              <a:rPr/>
              <a:t>Diferenciar diagnostico, monitoreo, prediccion y evaluacion causal.</a:t>
            </a:r>
          </a:p>
          <a:p>
            <a:pPr lvl="0"/>
            <a:r>
              <a:rPr/>
              <a:t>Construir una cadena minima entre problema publico, datos, indicador,</a:t>
            </a:r>
          </a:p>
          <a:p>
            <a:pPr lvl="0"/>
            <a:r>
              <a:rPr/>
              <a:t>Identificar riesgos de sesgo, privacidad y sobreinterpretacion.</a:t>
            </a:r>
          </a:p>
          <a:p>
            <a:pPr lvl="0"/>
            <a:r>
              <a:rPr/>
              <a:t>Usar Python para organizar una matriz reproducible de evidencia y decisiones.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Problema publico.</a:t>
            </a:r>
          </a:p>
          <a:p>
            <a:pPr lvl="0"/>
            <a:r>
              <a:rPr/>
              <a:t>Evidencia.</a:t>
            </a:r>
          </a:p>
          <a:p>
            <a:pPr lvl="0"/>
            <a:r>
              <a:rPr/>
              <a:t>Indicador.</a:t>
            </a:r>
          </a:p>
          <a:p>
            <a:pPr lvl="0"/>
            <a:r>
              <a:rPr/>
              <a:t>Unidad de analisis.</a:t>
            </a:r>
          </a:p>
          <a:p>
            <a:pPr lvl="0"/>
            <a:r>
              <a:rPr/>
              <a:t>Poblacion objetivo.</a:t>
            </a:r>
          </a:p>
          <a:p>
            <a:pPr lvl="0"/>
            <a:r>
              <a:rPr/>
              <a:t>Teoria del cambio.</a:t>
            </a:r>
          </a:p>
          <a:p>
            <a:pPr lvl="0"/>
            <a:r>
              <a:rPr/>
              <a:t>Monitoreo.</a:t>
            </a:r>
          </a:p>
          <a:p>
            <a:pPr lvl="0"/>
            <a:r>
              <a:rPr/>
              <a:t>Evaluacion de impacto.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Toda politica publica enfrenta escasez.</a:t>
            </a:r>
          </a:p>
          <a:p>
            <a:pPr lvl="0"/>
            <a:r>
              <a:rPr/>
              <a:t>No hay presupuesto, tiempo, personal ni capacidad administrativa ilimitada.</a:t>
            </a:r>
          </a:p>
          <a:p>
            <a:pPr lvl="0"/>
            <a:r>
              <a:rPr/>
              <a:t>Por eso las decisiones publicas requieren criterios para priorizar.</a:t>
            </a:r>
          </a:p>
          <a:p>
            <a:pPr lvl="0"/>
            <a:r>
              <a:rPr/>
              <a:t>Los datos ayudan a observar magnitud, distribucion, tendencias y posibles brechas, pero no determinan por si solos que valor social debe maximizarse.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Este capitulo no usa aun microdatos oficiales.</a:t>
            </a:r>
          </a:p>
          <a:p>
            <a:pPr lvl="0"/>
            <a:r>
              <a:rPr/>
              <a:t>El notebook asociado construye una matriz didactica de decisiones con datos simulados y declarados como tales.</a:t>
            </a:r>
          </a:p>
          <a:p>
            <a:pPr lvl="0"/>
            <a:r>
              <a:rPr/>
              <a:t>Su objetivo es practicar trazabilidad: cada fila conecta una pregunta de politica con un indicador, una fuente potencial, un uso y una advertencia.</a:t>
            </a:r>
          </a:p>
          <a:p>
            <a:pPr lvl="0"/>
            <a:r>
              <a:rPr/>
              <a:t>Para aplicaciones reales se deben documentar fuente, fecha de descarga, diccionario, filtros, periodo, cobertura, ponderadores y restricciones de uso.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asociado esta en: El flujo realiza: 1.</a:t>
            </a:r>
          </a:p>
          <a:p>
            <a:pPr lvl="0"/>
            <a:r>
              <a:rPr/>
              <a:t>crea una matriz pedagogica de problemas, indicadores y decisiones; 2.</a:t>
            </a:r>
          </a:p>
          <a:p>
            <a:pPr lvl="0"/>
            <a:r>
              <a:rPr/>
              <a:t>clasifica cada uso como diagnostico, monitoreo, prediccion o evaluacion; 3.</a:t>
            </a:r>
          </a:p>
          <a:p>
            <a:pPr lvl="0"/>
            <a:r>
              <a:rPr/>
              <a:t>genera una figura simple sobre tipos de uso de evidencia; 5.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Una matriz de evidencia permite ordenar decisiones bajo escasez.</a:t>
            </a:r>
          </a:p>
          <a:p>
            <a:pPr lvl="0"/>
            <a:r>
              <a:rPr/>
              <a:t>Si una politica prioriza solo magnitud del problema, puede ignorar equidad.</a:t>
            </a:r>
          </a:p>
          <a:p>
            <a:pPr lvl="0"/>
            <a:r>
              <a:rPr/>
              <a:t>Si prioriza solo factibilidad, puede abandonar a poblaciones con mayores barreras.</a:t>
            </a:r>
          </a:p>
          <a:p>
            <a:pPr lvl="0"/>
            <a:r>
              <a:rPr/>
              <a:t>Si prioriza solo prediccion, puede optimizar un resultado medible y omitir derechos o restricciones legales.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Confundir un tablero con una politica publica.</a:t>
            </a:r>
          </a:p>
          <a:p>
            <a:pPr lvl="0"/>
            <a:r>
              <a:rPr/>
              <a:t>Usar correlaciones como si fueran efectos causales.</a:t>
            </a:r>
          </a:p>
          <a:p>
            <a:pPr lvl="0"/>
            <a:r>
              <a:rPr/>
              <a:t>No declarar la unidad de analisis.</a:t>
            </a:r>
          </a:p>
          <a:p>
            <a:pPr lvl="0"/>
            <a:r>
              <a:rPr/>
              <a:t>Medir solo lo facil y omitir lo importante.</a:t>
            </a:r>
          </a:p>
          <a:p>
            <a:pPr lvl="0"/>
            <a:r>
              <a:rPr/>
              <a:t>Ignorar poblaciones fuera de registros administrativos.</a:t>
            </a:r>
          </a:p>
          <a:p>
            <a:pPr lvl="0"/>
            <a:r>
              <a:rPr/>
              <a:t>Usar modelos predictivos sin revisar sesgos.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Seleccione un problema publico local.</a:t>
            </a:r>
          </a:p>
          <a:p>
            <a:pPr lvl="0"/>
            <a:r>
              <a:rPr/>
              <a:t>Construya una matriz con problema, poblacion objetivo, indicador, fuente potencial, criterio de decision, advertencia etica y posible producto de comunicacion.</a:t>
            </a:r>
          </a:p>
          <a:p>
            <a:pPr lvl="0"/>
            <a:r>
              <a:rPr/>
              <a:t>No use resultados empiricos si no tiene datos reales documentados.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Una politica publica basada en datos requiere evidencia verificable, teoria del cambio, criterios normativos y prudencia interpretativa.</a:t>
            </a:r>
          </a:p>
          <a:p>
            <a:pPr lvl="0"/>
            <a:r>
              <a:rPr/>
              <a:t>Los datos ayudan a decidir mejor, pero no sustituyen la deliberacion publica ni la responsabilidad institucional.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01. Decisiones públicas basadas en datos</dc:title>
  <dc:creator/>
  <cp:keywords/>
  <dcterms:created xsi:type="dcterms:W3CDTF">2026-05-06T15:56:23Z</dcterms:created>
  <dcterms:modified xsi:type="dcterms:W3CDTF">2026-05-06T15:56:23Z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Políticas Públicas Basadas en Datos</vt:lpwstr>
  </property>
  <property fmtid="{D5CDD505-2E9C-101B-9397-08002B2CF9AE}" pid="9" name="toc-title">
    <vt:lpwstr>Tabla de contenidos</vt:lpwstr>
  </property>
</Properties>
</file>