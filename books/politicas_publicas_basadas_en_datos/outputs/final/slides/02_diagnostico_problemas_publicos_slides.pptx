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Capítulo 02. Diagnóstico de problemas públicos y priorización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Políticas Públicas Basadas en Datos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Pregunta guia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Como se transforma una preocupacion social amplia en un diagnostico verificable que permita priorizar acciones publicas?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Resultados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Formular un problema publico como brecha observable.</a:t>
            </a:r>
          </a:p>
          <a:p>
            <a:pPr lvl="0"/>
            <a:r>
              <a:rPr/>
              <a:t>Definir poblacion objetivo, territorio, periodo y unidad de analisis.</a:t>
            </a:r>
          </a:p>
          <a:p>
            <a:pPr lvl="0"/>
            <a:r>
              <a:rPr/>
              <a:t>Construir una matriz de priorizacion con criterios de necesidad,</a:t>
            </a:r>
          </a:p>
          <a:p>
            <a:pPr lvl="0"/>
            <a:r>
              <a:rPr/>
              <a:t>Interpretar rankings como herramientas de decision, no como verdades</a:t>
            </a:r>
          </a:p>
          <a:p>
            <a:pPr lvl="0"/>
            <a:r>
              <a:rPr/>
              <a:t>Implementar un ejercicio reproducible de priorizacion en Python.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Conceptos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Diagnostico.</a:t>
            </a:r>
          </a:p>
          <a:p>
            <a:pPr lvl="0"/>
            <a:r>
              <a:rPr/>
              <a:t>Brecha.</a:t>
            </a:r>
          </a:p>
          <a:p>
            <a:pPr lvl="0"/>
            <a:r>
              <a:rPr/>
              <a:t>Linea base.</a:t>
            </a:r>
          </a:p>
          <a:p>
            <a:pPr lvl="0"/>
            <a:r>
              <a:rPr/>
              <a:t>Poblacion objetivo.</a:t>
            </a:r>
          </a:p>
          <a:p>
            <a:pPr lvl="0"/>
            <a:r>
              <a:rPr/>
              <a:t>Priorizacion.</a:t>
            </a:r>
          </a:p>
          <a:p>
            <a:pPr lvl="0"/>
            <a:r>
              <a:rPr/>
              <a:t>Necesidad.</a:t>
            </a:r>
          </a:p>
          <a:p>
            <a:pPr lvl="0"/>
            <a:r>
              <a:rPr/>
              <a:t>Factibilidad.</a:t>
            </a:r>
          </a:p>
          <a:p>
            <a:pPr lvl="0"/>
            <a:r>
              <a:rPr/>
              <a:t>Equidad.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Intuicion economica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priorizacion aparece porque los recursos publicos son limitados.</a:t>
            </a:r>
          </a:p>
          <a:p>
            <a:pPr lvl="0"/>
            <a:r>
              <a:rPr/>
              <a:t>Si todas las zonas tienen necesidades, el analista debe explicitar criterios para ordenar intervenciones.</a:t>
            </a:r>
          </a:p>
          <a:p>
            <a:pPr lvl="0"/>
            <a:r>
              <a:rPr/>
              <a:t>Un criterio de necesidad atiende magnitud del problema; uno de factibilidad observa capacidad de implementacion; uno de equidad corrige desventajas acumuladas.</a:t>
            </a:r>
          </a:p>
          <a:p>
            <a:pPr lvl="0"/>
            <a:r>
              <a:rPr/>
              <a:t>El peso de cada criterio es una decision normativa e institucional.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Datos y trazabilidad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notebook del capitulo usa datos simulados de territorios ficticios.</a:t>
            </a:r>
          </a:p>
          <a:p>
            <a:pPr lvl="0"/>
            <a:r>
              <a:rPr/>
              <a:t>Cada variable esta creada para ensenar el procedimiento, no para describir una realidad empirica.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Flujo en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notebook asociado esta en: El flujo realiza: 1.</a:t>
            </a:r>
          </a:p>
          <a:p>
            <a:pPr lvl="0"/>
            <a:r>
              <a:rPr/>
              <a:t>crea un conjunto simulado de territorios; 2.</a:t>
            </a:r>
          </a:p>
          <a:p>
            <a:pPr lvl="0"/>
            <a:r>
              <a:rPr/>
              <a:t>normaliza criterios de necesidad, factibilidad y equidad; 3.</a:t>
            </a:r>
          </a:p>
          <a:p>
            <a:pPr lvl="0"/>
            <a:r>
              <a:rPr/>
              <a:t>calcula un puntaje de prioridad; 4.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Interpretacion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 ranking puede cambiar cuando cambian los pesos, la escala o la fuente de datos.</a:t>
            </a:r>
          </a:p>
          <a:p>
            <a:pPr lvl="0"/>
            <a:r>
              <a:rPr/>
              <a:t>Por eso no basta presentar el primer lugar.</a:t>
            </a:r>
          </a:p>
          <a:p>
            <a:pPr lvl="0"/>
            <a:r>
              <a:rPr/>
              <a:t>La interpretacion debe explicar que criterio domina, que unidades quedan cerca del umbral y que informacion faltaria antes de asignar presupuesto.</a:t>
            </a:r>
          </a:p>
          <a:p>
            <a:pPr lvl="0"/>
            <a:r>
              <a:rPr/>
              <a:t>En politica publica, la transparencia del criterio es parte de la calidad de la decision.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Errores frecuentes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Presentar un ranking como medicion objetiva definitiva.</a:t>
            </a:r>
          </a:p>
          <a:p>
            <a:pPr lvl="0"/>
            <a:r>
              <a:rPr/>
              <a:t>Mezclar indicadores con escalas distintas sin normalizar.</a:t>
            </a:r>
          </a:p>
          <a:p>
            <a:pPr lvl="0"/>
            <a:r>
              <a:rPr/>
              <a:t>Asignar pesos sin justificacion.</a:t>
            </a:r>
          </a:p>
          <a:p>
            <a:pPr lvl="0"/>
            <a:r>
              <a:rPr/>
              <a:t>Ignorar sensibilidad a cambios de ponderacion.</a:t>
            </a:r>
          </a:p>
          <a:p>
            <a:pPr lvl="0"/>
            <a:r>
              <a:rPr/>
              <a:t>Usar datos simulados como si fueran reales.</a:t>
            </a:r>
          </a:p>
          <a:p>
            <a:pPr lvl="0"/>
            <a:r>
              <a:rPr/>
              <a:t>Confundir priorizacion descriptiva con impacto causal.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Actividad de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Disene una matriz de priorizacion para un problema publico real, pero complete los valores solo si tiene datos verificables.</a:t>
            </a:r>
          </a:p>
          <a:p>
            <a:pPr lvl="0"/>
            <a:r>
              <a:rPr/>
              <a:t>Si no tiene datos, entregue la estructura, la fuente potencial y el plan de validacion.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diagnostico convierte una preocupacion publica en una brecha observable.</a:t>
            </a:r>
          </a:p>
          <a:p>
            <a:pPr lvl="0"/>
            <a:r>
              <a:rPr/>
              <a:t>La priorizacion ordena unidades bajo criterios explicitos de necesidad, factibilidad y equidad.</a:t>
            </a:r>
          </a:p>
          <a:p>
            <a:pPr lvl="0"/>
            <a:r>
              <a:rPr/>
              <a:t>Ninguna formula reemplaza la decision publica, pero una formula transparente mejora la deliberacion.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02. Diagnóstico de problemas públicos y priorización</dc:title>
  <dc:creator/>
  <cp:keywords/>
  <dcterms:created xsi:type="dcterms:W3CDTF">2026-05-06T15:56:27Z</dcterms:created>
  <dcterms:modified xsi:type="dcterms:W3CDTF">2026-05-06T15:56:27Z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Políticas Públicas Basadas en Datos</vt:lpwstr>
  </property>
  <property fmtid="{D5CDD505-2E9C-101B-9397-08002B2CF9AE}" pid="9" name="toc-title">
    <vt:lpwstr>Tabla de contenidos</vt:lpwstr>
  </property>
</Properties>
</file>