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04. Ética, privacidad, sesgos y gobernanza de datos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Políticas Públicas Basadas en Datos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¿Cómo puede una entidad pública usar datos para decidir mejor sin vulnerar derechos, reforzar sesgos o convertir la eficiencia administrativa en una forma de exclusión?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Identificar datos sensibles, riesgos de privacidad y necesidades de minimización.</a:t>
            </a:r>
          </a:p>
          <a:p>
            <a:pPr lvl="0"/>
            <a:r>
              <a:rPr/>
              <a:t>Reconocer sesgos de medición, cobertura, selección y uso institucional.</a:t>
            </a:r>
          </a:p>
          <a:p>
            <a:pPr lvl="0"/>
            <a:r>
              <a:rPr/>
              <a:t>Construir una matriz básica de riesgos éticos y mitigaciones.</a:t>
            </a:r>
          </a:p>
          <a:p>
            <a:pPr lvl="0"/>
            <a:r>
              <a:rPr/>
              <a:t>Diferenciar anonimización, agregación, seudonimización y control de acceso.</a:t>
            </a:r>
          </a:p>
          <a:p>
            <a:pPr lvl="0"/>
            <a:r>
              <a:rPr/>
              <a:t>Implementar en Python una auditoría didáctica de cobertura y reglas de uso.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Ética de datos.</a:t>
            </a:r>
          </a:p>
          <a:p>
            <a:pPr lvl="0"/>
            <a:r>
              <a:rPr/>
              <a:t>Privacidad.</a:t>
            </a:r>
          </a:p>
          <a:p>
            <a:pPr lvl="0"/>
            <a:r>
              <a:rPr/>
              <a:t>Dato sensible.</a:t>
            </a:r>
          </a:p>
          <a:p>
            <a:pPr lvl="0"/>
            <a:r>
              <a:rPr/>
              <a:t>Minimización.</a:t>
            </a:r>
          </a:p>
          <a:p>
            <a:pPr lvl="0"/>
            <a:r>
              <a:rPr/>
              <a:t>Consentimiento o base legal.</a:t>
            </a:r>
          </a:p>
          <a:p>
            <a:pPr lvl="0"/>
            <a:r>
              <a:rPr/>
              <a:t>Gobernanza de datos.</a:t>
            </a:r>
          </a:p>
          <a:p>
            <a:pPr lvl="0"/>
            <a:r>
              <a:rPr/>
              <a:t>Sesgo de cobertura.</a:t>
            </a:r>
          </a:p>
          <a:p>
            <a:pPr lvl="0"/>
            <a:r>
              <a:rPr/>
              <a:t>Sesgo de medición.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administración pública enfrenta asimetrías de información.</a:t>
            </a:r>
          </a:p>
          <a:p>
            <a:pPr lvl="0"/>
            <a:r>
              <a:rPr/>
              <a:t>En políticas sociales, un falso negativo puede excluir a quien necesita apoyo; un falso positivo puede asignar recursos a quien no cumple criterios.</a:t>
            </a:r>
          </a:p>
          <a:p>
            <a:pPr lvl="0"/>
            <a:r>
              <a:rPr/>
              <a:t>Ambos errores tienen costos, pero no siempre son simétricos desde el punto de vista de derechos.</a:t>
            </a:r>
          </a:p>
          <a:p>
            <a:pPr lvl="0"/>
            <a:r>
              <a:rPr/>
              <a:t>La ética de datos no es un trámite posterior.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cuaderno del capítulo usa datos simulados de hogares ficticios.</a:t>
            </a:r>
          </a:p>
          <a:p>
            <a:pPr lvl="0"/>
            <a:r>
              <a:rPr/>
              <a:t>Incluye variables de territorio, acceso a registro, conectividad, vulnerabilidad y resultado administrativo.</a:t>
            </a:r>
          </a:p>
          <a:p>
            <a:pPr lvl="0"/>
            <a:r>
              <a:rPr/>
              <a:t>No se usan datos personales reales.</a:t>
            </a:r>
          </a:p>
          <a:p>
            <a:pPr lvl="0"/>
            <a:r>
              <a:rPr/>
              <a:t>Para una aplicación institucional se debe consultar la normativa aplicable, las políticas de protección de datos, los protocolos de seguridad y los comités responsables.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Graficos del capitulo</a:t>
            </a:r>
          </a:p>
        </p:txBody>
      </p:sp>
      <p:pic>
        <p:nvPicPr>
          <p:cNvPr descr="../../../../books/politicas_publicas_basadas_en_datos/outputs/figures/chapter_04_brechas_cobertur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9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04 Brechas Cobertura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 una base simulada de hogares ficticios;</a:t>
            </a:r>
          </a:p>
          <a:p>
            <a:pPr lvl="0"/>
            <a:r>
              <a:rPr/>
              <a:t>mide brechas de cobertura por grupo;</a:t>
            </a:r>
          </a:p>
          <a:p>
            <a:pPr lvl="0"/>
            <a:r>
              <a:rPr/>
              <a:t>aplica una regla de priorización didáctica;</a:t>
            </a:r>
          </a:p>
          <a:p>
            <a:pPr lvl="0"/>
            <a:r>
              <a:rPr/>
              <a:t>calcula exclusiones potenciales por cobertura incompleta;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auditoría de cobertura ayuda a detectar quién aparece en los datos y quién puede quedar fuera.</a:t>
            </a:r>
          </a:p>
          <a:p>
            <a:pPr lvl="0"/>
            <a:r>
              <a:rPr/>
              <a:t>Si un registro subrepresenta hogares rurales o personas sin conectividad, una regla automática puede parecer eficiente mientras excluye a la población con más barreras de acceso.</a:t>
            </a:r>
          </a:p>
          <a:p>
            <a:pPr lvl="0"/>
            <a:r>
              <a:rPr/>
              <a:t>En términos económicos, la gobernanza de datos reduce riesgos de mala asignación y costos reputacionales, legales e institucionales.</a:t>
            </a:r>
          </a:p>
          <a:p>
            <a:pPr lvl="0"/>
            <a:r>
              <a:rPr/>
              <a:t>En términos democráticos, permite que la ciudadanía entienda y cuestione reglas que afectan acceso a servicios públicos.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Pensar que quitar nombres elimina todo riesgo de reidentificación.</a:t>
            </a:r>
          </a:p>
          <a:p>
            <a:pPr lvl="0"/>
            <a:r>
              <a:rPr/>
              <a:t>Usar variables sensibles sin justificación ni control.</a:t>
            </a:r>
          </a:p>
          <a:p>
            <a:pPr lvl="0"/>
            <a:r>
              <a:rPr/>
              <a:t>Ignorar a quienes no aparecen en registros administrativos.</a:t>
            </a:r>
          </a:p>
          <a:p>
            <a:pPr lvl="0"/>
            <a:r>
              <a:rPr/>
              <a:t>Automatizar decisiones sin revisión humana ni apelación.</a:t>
            </a:r>
          </a:p>
          <a:p>
            <a:pPr lvl="0"/>
            <a:r>
              <a:rPr/>
              <a:t>Documentar el modelo, pero no el uso institucional.</a:t>
            </a:r>
          </a:p>
          <a:p>
            <a:pPr lvl="0"/>
            <a:r>
              <a:rPr/>
              <a:t>Medir precisión agregada sin revisar errores por grupo.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Diseñe una matriz de gobernanza para una base administrativa.</a:t>
            </a:r>
          </a:p>
          <a:p>
            <a:pPr lvl="0"/>
            <a:r>
              <a:rPr/>
              <a:t>Incluya propósito, datos necesarios, datos excluidos, responsable, controles de acceso, riesgos, mitigaciones, criterio de publicación y mecanismo de corrección.</a:t>
            </a:r>
          </a:p>
          <a:p>
            <a:pPr lvl="0"/>
            <a:r>
              <a:rPr/>
              <a:t>No use datos reales si no tiene autorización.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ética de datos en política pública exige privacidad, minimización, transparencia, revisión humana y gobernanza institucional.</a:t>
            </a:r>
          </a:p>
          <a:p>
            <a:pPr lvl="0"/>
            <a:r>
              <a:rPr/>
              <a:t>Los sesgos no son solo problemas estadísticos; también reflejan cobertura desigual, reglas históricas, barreras de acceso y decisiones administrativas.</a:t>
            </a:r>
          </a:p>
          <a:p>
            <a:pPr lvl="0"/>
            <a:r>
              <a:rPr/>
              <a:t>Usar datos con responsabilidad implica diseñar controles antes de producir indicadores o modelos.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04. Ética, privacidad, sesgos y gobernanza de datos</dc:title>
  <dc:creator/>
  <cp:keywords/>
  <dcterms:created xsi:type="dcterms:W3CDTF">2026-05-07T16:57:43Z</dcterms:created>
  <dcterms:modified xsi:type="dcterms:W3CDTF">2026-05-07T16:57:43Z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Políticas Públicas Basadas en Datos</vt:lpwstr>
  </property>
  <property fmtid="{D5CDD505-2E9C-101B-9397-08002B2CF9AE}" pid="9" name="toc-title">
    <vt:lpwstr>Tabla de contenidos</vt:lpwstr>
  </property>
</Properties>
</file>